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reappears at the top of every remaining diagnostic day in the course — get students used to it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to five minutes flat, watch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business framing land before showing any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what you expect to see before running it, so the class has a prediction to check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— ask the room "what's your first hypothesis?" before continuing.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say: "this is the natural first guess, and it's wrong — here's how we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this finding too — it closes a second reflexive guess before the real cause is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day; take it slowly, one query at a time, and name what each result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plan actually changed before declaring victory — that's the validate step, not a formality.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handoff moment — say clearly "I'm not driving anymore, you are" and stop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Investigation — From Symptom to SQL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watched it happen. Today you drive.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GOAL, START TO FINISH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Objective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49352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1356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928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FALSE LEADS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5844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7848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2420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SQL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4340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EVENT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2882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0832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5404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5320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7324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1896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3816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8304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40308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4880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34796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668000" y="2286000"/>
            <a:ext cx="94488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713720" y="2340864"/>
            <a:ext cx="85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single goal: run this exact chain yourself, end to end, on an incident you haven't seen before.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YOU'LL NEED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Recap (5 Minutes)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Time — total time sessions spent on CPU or actively waiting, summed across all sessions; the single number for "how much work is the database doing."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 — consuming CPU or waiting on a non-idle resource right now; connected-but-idle does not count.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vs. wait — every unit of DB Time is CPU time or wait time. Today's incident is wait-bound, specifically I/O-wait-bound — you'll prove that, not assume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room is shaky here, that's a signal to slow down today's pacing — not to re-teach Day 1.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Incident, in Business Terms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CE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recall notice just went out on one product.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is telling every caller "let me check if your order had that item" — all at the same time.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order-lookup screen that normally takes a few seconds now takes many, many seconds, and the support queue is backing up.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74920" y="1874520"/>
            <a:ext cx="3086100" cy="3566160"/>
          </a:xfrm>
          <a:prstGeom prst="roundRect">
            <a:avLst>
              <a:gd name="adj" fmla="val 2370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1874520"/>
            <a:ext cx="3086100" cy="502920"/>
          </a:xfrm>
          <a:prstGeom prst="roundRect">
            <a:avLst>
              <a:gd name="adj" fmla="val 14545"/>
            </a:avLst>
          </a:prstGeom>
          <a:solidFill>
            <a:srgbClr val="2C6E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1874520"/>
            <a:ext cx="3086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CSR, Occasional Use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560320"/>
            <a:ext cx="26289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of ORDER_ITEMS (20M rows)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but tolerable — a few seconds, rarely run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26780" y="1874520"/>
            <a:ext cx="3086100" cy="3566160"/>
          </a:xfrm>
          <a:prstGeom prst="roundRect">
            <a:avLst>
              <a:gd name="adj" fmla="val 2370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6780" y="1874520"/>
            <a:ext cx="308610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26780" y="1874520"/>
            <a:ext cx="3086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CSRs, Same Minute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755380" y="2560320"/>
            <a:ext cx="26289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full scan, run 25× concurrently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I/O path can't absorb it — the queue backs 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broken — a concurrency spike turned an always-expensive access path into a production incident.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&amp; Break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run sp_csr_order_lookup_by_product once, alone — capture executions, buffer gets, disk reads, elapsed time.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it: launch the simulated recall-notice spike — 25 concurrent CSR sessions, same lookup, about 90 seconds.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perf_lab.sp_generate_csr_load_product(p_sessions =&gt; 25, p_duration_seconds =&gt; 90, p_product_id =&gt; 4471);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"before" now — you'll need real numbers to prove the fix worked later.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anything else: is anything actually active right now, and on what?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FROM v$session WHERE status='ACTIVE' AND type='USER'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wait_class — the room sees dozens of active sessions, dominated by one wait class.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057400"/>
          <a:ext cx="6537960" cy="914400"/>
        </p:xfrm>
        <a:graphic>
          <a:graphicData uri="http://schemas.openxmlformats.org/drawingml/2006/table">
            <a:tbl>
              <a:tblPr/>
              <a:tblGrid>
                <a:gridCol w="3268980"/>
                <a:gridCol w="32689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I/O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— real DB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minority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SQL*Net (idle)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active sessions, one dominant wait class — confirmation something's different, not yet a diagnosis.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Lead #1 — Locking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in the incident channel: "25 sessions stuck on the same screen — something must be locked."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V$SESSION.BLOCKING_SESSION across every active session — every one comes back NULL.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V$LOCK for TX/TM contention — no blocking rows found.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 with evidence: each session is doing its own independent, expensive work — not queued behind another session.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natural first guess, and it's wrong — here's how we know.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Lead #2 — Network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quieter guess from the app team: "is this a network blip? Users say the screen just spins."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wait class breakdown again — the dominant wait is User I/O, not idle SQL*Net message from client.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genuinely busy doing real work — it is not waiting on the network.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something out with evidence is real investigative progress, not wasted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CHAIN STEPS D–H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SQL, the Wait, and the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D: join active sessions to V$SQL — one SQL_ID explains nearly all of the active-session count.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E: V$SQLAREA shows tens of thousands of buffer gets per execution — the full-scan signature.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F–G: V$SESSION_WAIT and V$ACTIVE_SESSION_HISTORY agree — db file scattered read / direct path read.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H: DBMS_XPLAN.DISPLAY_CURSOR (BASIC) confirms TABLE ACCESS FULL on ORDER_ITEMS.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74920" y="22860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340864"/>
            <a:ext cx="1874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SQL_ID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explains nearly all active sessions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0920" y="22860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340864"/>
            <a:ext cx="1874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EVENT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file scattered read / direct path read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46920" y="22860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2340864"/>
            <a:ext cx="1874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OPERATION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136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ACCESS FULL on ORDER_ITEMS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the chain — one SQL_ID, one wait event, one plan operation, each proven in turn.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Prove, Fix, Validate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EXPLAIN PLAN with an INDEX hint — Oracle still shows a full scan. No index exists to use; that is the proof.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CREATE INDEX ix_order_items_product_id ON order_items(product_id) ONLINE, then GATHER_INDEX_STATS.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re-run the baseline and the 25-session spike, and compare against the Step 1/3 numbers.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74920" y="1874520"/>
            <a:ext cx="3086100" cy="3566160"/>
          </a:xfrm>
          <a:prstGeom prst="roundRect">
            <a:avLst>
              <a:gd name="adj" fmla="val 2370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1874520"/>
            <a:ext cx="308610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1874520"/>
            <a:ext cx="3086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560320"/>
            <a:ext cx="26289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ACCESS FULL on ORDER_ITEMS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buffer gets/exec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User I/O wait under load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26780" y="1874520"/>
            <a:ext cx="3086100" cy="3566160"/>
          </a:xfrm>
          <a:prstGeom prst="roundRect">
            <a:avLst>
              <a:gd name="adj" fmla="val 2370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6780" y="1874520"/>
            <a:ext cx="3086100" cy="502920"/>
          </a:xfrm>
          <a:prstGeom prst="roundRect">
            <a:avLst>
              <a:gd name="adj" fmla="val 14545"/>
            </a:avLst>
          </a:prstGeom>
          <a:solidFill>
            <a:srgbClr val="2C6E4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26780" y="1874520"/>
            <a:ext cx="3086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755380" y="2560320"/>
            <a:ext cx="26289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RANGE SCAN on the new index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gets drop ~2–3 orders of magnitude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sustained User I/O population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"Prove before you change" is not optional ceremony.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 Handoff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CE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incident: the Payment Reconciliation screen — a "search by payment method" filter on PAYMENTS.PAYMENT_METHOD.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"just an internal report, nobody will run it much" — now run concurrently every morning at month-end close.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entire chain yourself: baseline, break it, observe, investigate, prove, fix, validate, reset.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perf_lab.sp_generate_csr_load_payment(p_sessions =&gt; 20, p_duration_seconds =&gt; 90, p_payment_method =&gt; 'CREDIT_CARD');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driving anymore — you are."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&amp; Bridge to Day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chain: active sessions → rule out false leads → expensive SQL → wait event → execution plan → hypothesis → prove → fix → validate.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lead ruled out with evidence is real progress, not wasted time — locking and network were today's two.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 path that was fine can become an incident purely from a concurrency change — no code deploy, no corruption needed.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incident report for today's demo in the Real-World Scenario format, and complete the Payment Reconciliation lab fully — including your own before/after validation numbers.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3–6 build the architecture knowledge underneath everything you used today — same chain, deeper tools each time.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Systematic Investigation — From Symptom to SQL</dc:title>
  <dc:subject>Day 2: Systematic Investigation — From Symptom to SQL</dc:subject>
  <dc:creator>Amit Pawar</dc:creator>
  <cp:lastModifiedBy>Amit Pawar</cp:lastModifiedBy>
  <cp:revision>1</cp:revision>
  <dcterms:created xsi:type="dcterms:W3CDTF">2026-08-28T20:01:15Z</dcterms:created>
  <dcterms:modified xsi:type="dcterms:W3CDTF">2026-08-28T20:01:15Z</dcterms:modified>
</cp:coreProperties>
</file>