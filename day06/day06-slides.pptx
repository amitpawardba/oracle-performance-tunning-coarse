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recall one unprompted fact each from Day 3, Day 4, and Day 5 before moving on — this primes the callback structure the rest of the hour depends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detail yet — this slide is deliberately bare. The comprehensive wiring comes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students will screenshot. Say 'Day 3,' 'Day 4,' and 'Day 5' out loud as you walk each box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exactly why literal SQL vs. bind variables matters later — every distinct literal forces its own hard parse (Day 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millisecond timings and physical-read counts are environment dependent — the structure of the evidence is what's guaranteed.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teaser into the Q&amp;A, not the full answer key — let the room guess before revealing the classification drill.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Bootcamp IV: How Oracle Executes a Statement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day — closing Days 3–6.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Performance Tuning &amp; Troubleshooting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Amit Pawar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BOOTCAMP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We've Been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the instance: SGA memory structures (shared pool, buffer cache, redo log buffer) vs. the PGA.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storage, redo &amp; undo: tablespaces, segments, extents, blocks, and how a transaction is protected.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processes: the listener handing off to a server process, and the fixed cast of background processes.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puzzle pieces, mapped in isolation — about to become one picture.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adds no new machinery — it runs everything you've already mapped, in order, against one statement.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THEORY TO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Question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mapped every piece of the machine. What happens when you actually turn it on?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hour you'll be able to name the architecture component behind any number you see.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STATEMENT, EVERY TIME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Five-Stage Lifecycle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40864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05456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25496" y="228600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71216" y="2340864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82312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02352" y="228600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8072" y="2340864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SOURCE GEN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79208" y="228600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24928" y="2340864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336024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656064" y="228600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01784" y="2340864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fixed order — the shape we'll wire to Days 3–5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BOOTCAMP'S PAYOFF SLIDE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 Lifecycle, Fully Wired to the Bootcamp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956816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40864"/>
            <a:ext cx="18653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1927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Cache / Shared Pool (Day 3) — hard parse only: Data Dictionary semantic check (Day 4)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505456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25496" y="2286000"/>
            <a:ext cx="1956816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71216" y="2340864"/>
            <a:ext cx="18653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734056" y="331927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/ Object Stats (Day 4) — CBO cost-based evaluation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782312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02352" y="2286000"/>
            <a:ext cx="1956816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48072" y="2340864"/>
            <a:ext cx="18653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SOURCE GEN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010912" y="331927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Cache (Day 3) — plan becomes an executable row-source tree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059168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79208" y="2286000"/>
            <a:ext cx="1956816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24928" y="2340864"/>
            <a:ext cx="18653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287768" y="331927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Cache (Day 3) + PGA Work Area (Day 3) — driven by the Server Process (Day 5)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336024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656064" y="2286000"/>
            <a:ext cx="1956816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01784" y="2340864"/>
            <a:ext cx="18653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564624" y="331927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Process → Client (Day 5)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Days 3–5 architecture, running in a fixed order, driven by one server process (Day 5) start to finish.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PARSE STAGE, IN DETAIL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Parse vs. Soft Parse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C97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Parse — Cache Miss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hashed, library cache lookup misses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check + semantic check against the Data Dictionary (Day 4)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cost-based optimization runs (Optimize stage engaged)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cursor and plan built, then cached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Parse — Cache Hit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hashed, library cache lookup hits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cursor reused — dictionary lookup skipped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not invoked — plan is already resident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through to Row Source Gen with the cached plan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 parse skips semantic checking and the entire Optimize stage — that's the whole point of reuse.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V$SQLAREA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Evidence, Not Guesswork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run: a uniquely tagged statement guarantees the library cache has never seen this text.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run: identical text, same session, run again immediately after.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stays flat at 1 — no second hard parse ever occurred.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PARSE_CALLS and EXECUTIONS both climb — direct, numeric proof of reuse.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2057400"/>
          <a:ext cx="6537960" cy="914400"/>
        </p:xfrm>
        <a:graphic>
          <a:graphicData uri="http://schemas.openxmlformats.org/drawingml/2006/table">
            <a:tbl>
              <a:tblPr/>
              <a:tblGrid>
                <a:gridCol w="1634490"/>
                <a:gridCol w="1634490"/>
                <a:gridCol w="1634490"/>
                <a:gridCol w="163449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PARSE_CALLS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(hard parse)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(soft parse)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execution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unchanged + PARSE_CALLS/EXECUTIONS incrementing is the signature of a soft parse.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CACHE &amp; PGA, LIVE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Is Where Memory Gets Real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Cache (SGA — Day 3)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request checks the buffer cache first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block = logical read (cache hit)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block = physical read from the datafiles (Day 4)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Work Area (Day 3)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per-process memory — not shared like the SGA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Sort/hash space for GROUP BY, ORDER BY, hash joins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automatically under PGA_AGGREGATE_TARGET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Spills to TEMP if it doesn't fit (preview: Day 29)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is the one stage where Day 3's memory diagrams stop being pictures and start being touched.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PERF_LAB — 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Scenario Recap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DCEE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SCENARIO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three-way join — CUSTOMERS ⋈ ORDERS ⋈ ORDER_ITEMS, filtered on order_date and region, GROUP BY/ORDER BY on order_total.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Parse: first time this exact text runs → hard parse; semantic check resolves all three tables against the Data Dictionary (Day 4).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Optimize: the CBO reads ORDERS's partition metadata and CUSTOMERS's region stats, then fixes access paths, join method, and join order.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Execute: blocks come from the buffer cache (Day 3) or a physical read (Day 4); the GROUP BY/ORDER BY use a PGA work area (Day 3).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Fetch: rows stream back over the session's server process (Day 5).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analyst running the identical text later collapses parse/optimize/row-source-gen into one soft parse — only execute/fetch do real work again.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clause in the answer names a Day 3, Day 4, or Day 5 concept explicitly — no gaps, no hand-waving.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CHALLENGE PREVIEW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Parse, Plan, or Execute?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Parse-time issue — the library cache lookup, or the hard-parse work itself, is the problem.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Optimizer/plan issue — the CBO chose the wrong plan, or keeps choosing a different one.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Execution/fetch issue — parsing and the plan were fine; the cost is in touching blocks or work areas.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LOADS = 4,712 against EXECUTIONS = 4,750 — which column does that belong in?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physical reads spike, but PLAN_HASH_VALUE hasn't changed — which column does that belong in?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triage instinct Day 7 onward builds on — locate the phase before you locate the fix.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statement execution is architecture you already know: parse → library cache, optimize → dictionary, execute → buffer cache + PGA + server process, fetch → server process.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parse vs. soft parse is the difference between doing that work and reusing it — LOADS vs. PARSE_CALLS vs. EXECUTIONS is your proof.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closes the Architecture Bootcamp (Days 3–6) — everything from Day 7 forward assumes this fluency.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416052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demo.sql on your own and explain each of the five lifecycle stages in your own words; look up (don't run) V$SYS_TIME_MODEL / V$SESS_TIME_MODEL's column list and bring one question; think about where you'd look to put a number on how much more a hard parse costs than a soft parse.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486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7: You now know how a statement runs. Next: how do we measure how long each stage actually took? DB Time and the time model.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Oracle Database Performance Tuning and Troubleshooting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6: Architecture Bootcamp IV — How Oracle Executes a Statement</dc:title>
  <dc:subject>Day 6: Architecture Bootcamp IV — How Oracle Executes a Statement</dc:subject>
  <dc:creator>Amit Pawar</dc:creator>
  <cp:lastModifiedBy>Amit Pawar</cp:lastModifiedBy>
  <cp:revision>1</cp:revision>
  <dcterms:created xsi:type="dcterms:W3CDTF">2026-08-28T20:01:45Z</dcterms:created>
  <dcterms:modified xsi:type="dcterms:W3CDTF">2026-08-28T20:01:45Z</dcterms:modified>
</cp:coreProperties>
</file>