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fairly quickly — the real teaching is in the theory and demo that follow, not in dwelling on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explanation yet — this is a one-line teaser. Let it sit for a second before moving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left box first — an instance is memory plus processes, full stop. Then the right box — a database is just files on disk, doing nothing by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convincing five minutes of the session if a spare sandbox is available: SHUTDOWN IMMEDIATE, STARTUP NOMOUNT, then a V$DATABASE query returning no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what each nonzero component is for as you point to it; this ties directly back to Theory and previews V$SGAINFO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name the misconception: SGA and PGA are both “Oracle memory” but are not the same kind of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rows left-to-right, pairing each SGA row with its PGA counterpart.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PMON cleans up failed sessions, SMON handles instance recovery, DBWn writes dirty buffers, LGWR writes redo, CKPT updates checkpoint info, ARCn archives redo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instance box, one shared SGA/background-process set, all three containers hanging off it — draw this relationship verbally if not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Student Notes cheat-sheet table shown as a clean reference — students should photograph or screenshot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Bootcamp I — Instance vs. Database, Memory at a Glance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instance is, what a database is, and why they are not the same thing.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precise definitions of “instance” and “database” and explain why they are separate concepts, not synonyms.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memory structures that make up the SGA and the PGA, and explain what each one is for.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V$INSTANCE, V$DATABASE, V$PROCESS, V$BGPROCESS, V$SGA, and V$SGAINFO and map every concept to a real row or column.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conceptual difference between a background process and a foreground (server) process, and name at least four mandatory background processes.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at a high level, how the CDB/PDB (multitenant) architecture fits into the instance/database picture.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Diagnose, from architecture knowledge alone, why a connection attempt to a specific PDB can fail even though the instance is up and healthy.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the next three Architecture Bootcamp days build 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REST OF THIS DECK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Myth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instance and a database are NOT the same thing.”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“the database is down” and “connect to the database” enough times and the two blur together — today we make the line exact.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GENUINELY SEPARATE THINGS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vs. Database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 (RAM)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 — shared memory, allocated at startup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processes: PMON, SMON, DBWn, LGWR, CKPT, ARCn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only in RAM / OS process table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STARTUP NOMOUNT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(DISK)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Datafiles — table and index data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file(s) — physical structure and identity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redo log files — record of changes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Inert: just organized bytes until an instance mounts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is the arrow between them: the instance associates itself with one database's physical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NOMOUNT → MOUNT → OPEN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STARTUP Sequence — Cleanest Proof They're Separate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NOMOUNT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36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YES  |  Database: NO — SGA allocated, no database known yet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340864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3136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YES  |  Database: YES — control file read, datafiles not yet open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2340864"/>
            <a:ext cx="3383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136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YES  |  Database: YES — datafiles open, fully usable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almost always found already OPEN — which is exactly why NOMOUNT and MOUNT get forgotten.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INSTANCE-WIDE MEMORY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SGA At A Glance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Cache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data blocks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12598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4602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174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5458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cache + dictionary cache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 Buffer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redo change vectors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92074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4078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650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Pool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4934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RMAN, parallel execution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3816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Pool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VM memory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71550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35540" y="2286000"/>
            <a:ext cx="157734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1260" y="2340864"/>
            <a:ext cx="14859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Pool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944100" y="3364992"/>
            <a:ext cx="176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/ replication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region, allocated once at instance startup, readable and writable by every session — not being sized or tuned today.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PER-PROCESS MEMORY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PGA At A Glance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process gets its own PGA — no other session can read it.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sort operations, hash joins, bitmap merges.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session-specific cursor state and PL/SQL variables.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slide 6: one shared box vs. many small private boxes.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39446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3030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(private)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3649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89420" y="2286000"/>
            <a:ext cx="139446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5140" y="2340864"/>
            <a:ext cx="13030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(private)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97980" y="33649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139446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340864"/>
            <a:ext cx="13030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(private)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649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898380" y="2249424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18420" y="2286000"/>
            <a:ext cx="1394460" cy="1005840"/>
          </a:xfrm>
          <a:prstGeom prst="roundRect">
            <a:avLst>
              <a:gd name="adj" fmla="val 5455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64140" y="2340864"/>
            <a:ext cx="13030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(private)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26980" y="33649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PGA_AGGREGATE_TARGET does not touch buffer cache behavior, and vice versa — they are different pools.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SGA vs. PGA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SGA (shared)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 (private)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across the instance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to one server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Instance-wide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Per-process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once at instance startup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per connection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all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only to that one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cache, shared pool, redo buffer, large/Java/streams pools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Sort/hash work areas, cursor state, PL/SQL 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these two causes real misdiagnosis later in this course — keep the boundary exact.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INSTANCE-SCOPED VS. SESSION-SCOPED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vs. Foreground Processes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when the instance starts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fixed — one per functional role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PMON, SMON, DBWn, LGWR, CKPT, ARCn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 the instance, not any session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(SERVER)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started per client connection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connection count, not fixed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that session's SQL against the SGA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 to sessions, not the instance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processes: instance starts → few and fixed. Foreground processes: client connects → scales with connections.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INSTANCE, ONE PHYSICAL DATABASE, MANY CONTAINERS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CDB / PDB Architecture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mounts one physical database — the CDB (container database).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CDB contains CDB$ROOT, the PDB$SEED template, and one or more application PDBs.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PDB$SEED is read-only and never meant for application work.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instance's SGA and background processes are shared by every container — not duplicated per PDB.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CDB$ROOT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2735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container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60920" y="2286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3408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PDB$SEED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2735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template, never for app work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249424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6920" y="22860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2340864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PERFPDB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327355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PDB — READ WRITE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rows in V$PDBS doesn't mean two application databases — one is very likely PDB$SEED.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Recap — View-to-Concept 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want to know...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instance itself healthy?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V$INSTANCE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database is mounted, and is this a CDB?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containers (PDBs) exist and are they open?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V$PDBS / V$CONTAINERS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shared memory right now?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V$SGA / V$SGAINFO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this session's private memory?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V$PGASTAT, V$PROCESS.PGA_*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instance itself doing?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V$BGPROCESS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my session's own server process doing?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V$PROCESS joined to V$SESSION, BACKGROUND IS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Screenshot-worthy: this table is exactly the orientation habit from today's Real-World Scenario.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and a database are NOT the same thing — NOMOUNT proves it.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 is shared and instance-wide; PGA is private and per-process.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 belong to the instance; foreground (server) processes belong to sessions.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nine-query Hands-on Lab sequence independently and write a half-page architecture summary; explain in your own words why an instance can exist without a mounted database; draw the instance-vs-database two-box diagram from memory (4+ background processes, 4+ SGA components); preview Day 4 by querying DBA_DATA_FILES and DBA_TABLESPACES against PERF_LAB.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Day 4 picks up exactly where “database = files on disk” left off — tablespaces, segments, extents, and blocks.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3: Architecture Bootcamp I</dc:title>
  <dc:subject>Day 3: Architecture Bootcamp I</dc:subject>
  <dc:creator>Amit Pawar</dc:creator>
  <cp:lastModifiedBy>Amit Pawar</cp:lastModifiedBy>
  <cp:revision>1</cp:revision>
  <dcterms:created xsi:type="dcterms:W3CDTF">2026-08-28T20:00:28Z</dcterms:created>
  <dcterms:modified xsi:type="dcterms:W3CDTF">2026-08-28T20:00:28Z</dcterms:modified>
</cp:coreProperties>
</file>