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BEQ bypass explicitly: a hang on / as sysdba can never be a listener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safety note verbally before this step: only ever run ALTER SYSTEM KILL SESSION or an OS-level kill against a session created specifically for this demo, freshly re-verified by its MODULE tag immediately beforehand.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shared/throttled lab VM the deltas may be much smaller than on a dedicated instructor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fully diagnosable with Day 5's toolkit alone — nothing here required a wait-event or session-tracing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Bootcamp III — Process Architecture &amp; Connections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vs. shared server, the listener's real job, and the six background processes that keep an instance alive.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BOOTCAMP III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2603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24345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73552"/>
            <a:ext cx="2708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&amp; Memory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07467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4710" y="2286000"/>
            <a:ext cx="252603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0430" y="2340864"/>
            <a:ext cx="24345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303270" y="3273552"/>
            <a:ext cx="2708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Redo / Undo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2074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40780" y="2286000"/>
            <a:ext cx="2526030" cy="914400"/>
          </a:xfrm>
          <a:prstGeom prst="roundRect">
            <a:avLst>
              <a:gd name="adj" fmla="val 6000"/>
            </a:avLst>
          </a:prstGeom>
          <a:solidFill>
            <a:srgbClr val="FBEBD5"/>
          </a:solidFill>
          <a:ln w="15875">
            <a:solidFill>
              <a:srgbClr val="C97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6500" y="2340864"/>
            <a:ext cx="24345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49340" y="3273552"/>
            <a:ext cx="2708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Connections (today)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76681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86850" y="2286000"/>
            <a:ext cx="252603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32570" y="2340864"/>
            <a:ext cx="24345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95410" y="3273552"/>
            <a:ext cx="2708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Execution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4 in the Architecture Bootcamp — pure architecture, no tuning framing yet.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Server (the default)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private OS server process per client connection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holds that session's state — simple, predictable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memory &amp; process-table entries at high connection 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Server (opt-in)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(Dnnn) queue requests from many clients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server pool (Snnn) pulls and executes them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 lives in the SGA — no single process is 'yours'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server solves a connection-count problem, not a CPU problem — most systems never touch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Connection Becomes a Process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path: Client → Listener matches the service → fork/exec creates a new dedicated server process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path: Client → Dispatcher → shared request queue in the SGA → a shared server process picks it up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 local connections (e.g., sqlplus / as sysdba on the DB host) bypass the listener entirely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3944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3030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27355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sqlplus / app connects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89420" y="2286000"/>
            <a:ext cx="13944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5140" y="2340864"/>
            <a:ext cx="13030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97980" y="327355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service, hands off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13944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340864"/>
            <a:ext cx="13030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/ Exec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7355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OS process created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8983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18420" y="2286000"/>
            <a:ext cx="13944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64140" y="2340864"/>
            <a:ext cx="13030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26980" y="327355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session for its life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handed off, the listener is completely out of the conversation for the rest of that session's life.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V$SESSION AND V$PROCESS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Them Apart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V$SESSION.SERVER is the one-query answer to 'dedicated or shared?'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V$SESSION.PADDR = V$PROCESS.ADDR to map a session to its OS process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V$PROCESS.SPID is the OS PID — correlate it with ps -ef at the OS level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057400"/>
          <a:ext cx="6537960" cy="914400"/>
        </p:xfrm>
        <a:graphic>
          <a:graphicData uri="http://schemas.openxmlformats.org/drawingml/2006/table">
            <a:tbl>
              <a:tblPr/>
              <a:tblGrid>
                <a:gridCol w="3268980"/>
                <a:gridCol w="32689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private OS server process for this session (the default)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Serviced via dispatcher + shared server pool; UGA lives in the SGA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Temporarily unattached to any server process, mid-request under shared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Resident Connection Pooling (DRCP) — a third, related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this query — it comes up constantly in real troubleshooting.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 VS. SMON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Background Processes I — The Cleanup Crew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 — Process Monitor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cleanup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back a dead session's uncommitted transaction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its locks, frees its SGA resources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dead dispatchers / shared servers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SMON — System Monitor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Instance/system-level cleanup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instance (crash) recovery at startup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up temporary segments no longer needed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Coalesces free space in dictionary-managed tablespaces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 reacts to a dead session; SMON handles system-wide housekeeping and crash recovery — not the same job.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DBWN VS. LGWR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Background Processes II — The Writers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DBWn — Database Writer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dirty buffers from the buffer cache to datafiles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Lazy, asynchronous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checkpoints, a dirty-buffer threshold, or no free buffer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LGWR — Log Writer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redo log buffer entries to the online redo logs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Commit-synchronous — COMMIT waits for LGWR to confirm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flushes every ~3 sec, at 1/3 full, or before DBWn writes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logging: LGWR's redo must be on disk before DBWn may write the matching dirty buffer.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VS. ARCN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Background Processes III — Bookkeeping &amp; Archiving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— Checkpoint Process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writes a data block itself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DBWn to write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control file and datafile headers with checkpoint info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ARCn — Archiver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present in ARCHIVELOG mode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filled online redo log before that group is reused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point-in-time recovery and standby databases possible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records and signals; DBWn always performs the actual datafile I/O.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Recap — Kill and Observe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disposable session: DBMS_APPLICATION_INFO.SET_MODULE('DAY05_DEMO_SESSION', ...)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in V$SESSION filtered on MODULE — confirm SERVER = 'DEDICATED'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V$PROCESS on PADDR = ADDR to get its OS SPID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SYSTEM KILL SESSION 'sid,serial#' IMMEDIATE — re-verify the MODULE tag immediately first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Re-query V$SESSION: the row disappears once PMON finishes cleanup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kill a session you created for this demo, tagged and re-verified by MODULE/PROGRAM before every kill.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Recap — Write Workload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V$SYSSTAT: redo size, redo entries, redo writes, physical writes, user commits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PERF_LAB.DAY05_GENERATE_WRITE_LOAD, then capture V$SYSSTAT again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deltas — direction and existence matter more than exact numbers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V$BGPROCESS to V$PROCESS to get LGWR's and DBWn's live SPIDs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those SPIDs with ps/top — LGWR is commit-driven, DBWn is lazier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write-workload numbers are environment dependent — frame this around direction of change, not absolute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Scenario: "The Connection Just Hangs"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CE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Lead: Service Not Registered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guess: ORA-12514, listener doesn't know the service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LSNRCTL SERVICES already shows PERFPDB registered and ready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service fails fast — it does not hang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C6E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Silent Port Mismatch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tnsnames.ora still points at the old PORT=1522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listens there now; the firewall silently drops the attempt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sits until timeout — the user sees it as 'it hangs'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explicit TNS error means you reached something that said no; a silent hang means you never reached anything at all.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V$SESSION.SERVER tells you dedicated, shared, pseudo, or pooled — in one query.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listener's job ends at connection handoff; BEQ (local) connections never touch it at all.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 cleans up dead sessions; SMON cleans up the instance — different scope, different triggers.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DBWn writes lazily; LGWR writes synchronously at commit — the contrast to remember above all others.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signals and records; DBWn always performs the actual datafile I/O.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Check whether your instance uses shared server (DISPATCHERS) and query V$DISPATCHER/V$SHARED_SERVER. 2) In your own words, contrast ALTER SYSTEM KILL SESSION vs. DISCONNECT SESSION IMMEDIATE. 3) Sketch the full client-to-SQL-prompt path for a dedicated-server connection — bring it to Day 6.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you now know every piece — we watch them all work together on one SQL statement.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5: Architecture Bootcamp III — Process Architecture and Connections</dc:title>
  <dc:subject>Day 5: Architecture Bootcamp III — Process Architecture and Connections</dc:subject>
  <dc:creator>Amit Pawar</dc:creator>
  <cp:lastModifiedBy>Amit Pawar</cp:lastModifiedBy>
  <cp:revision>1</cp:revision>
  <dcterms:created xsi:type="dcterms:W3CDTF">2026-08-28T20:01:54Z</dcterms:created>
  <dcterms:modified xsi:type="dcterms:W3CDTF">2026-08-28T20:01:54Z</dcterms:modified>
</cp:coreProperties>
</file>